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"/>
            <a:ext cx="1920240" cy="502920"/>
          </a:xfrm>
          <a:prstGeom prst="roundRect">
            <a:avLst>
              <a:gd name="adj" fmla="val 50000"/>
            </a:avLst>
          </a:prstGeom>
          <a:solidFill>
            <a:srgbClr val="E0684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02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753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des solutions numériques avec Claude Code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l'idée en français à l'application déployée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5806440"/>
            <a:ext cx="4206240" cy="548640"/>
          </a:xfrm>
          <a:prstGeom prst="roundRect">
            <a:avLst>
              <a:gd name="adj" fmla="val 50000"/>
            </a:avLst>
          </a:prstGeom>
          <a:solidFill>
            <a:srgbClr val="1A1323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58064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4  •  24 AOÛT 2026  •  18H00 GMT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640080" cy="640080"/>
          </a:xfrm>
          <a:prstGeom prst="ellipse">
            <a:avLst/>
          </a:prstGeom>
          <a:solidFill>
            <a:srgbClr val="E068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1/5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Anatomie d'un projet Claude Code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D8C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Fatou a analysé ses données au Module 3. Aujourd'hui, elle en fait une application que son client peut ouvrir par lien.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7530A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02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45720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Décrire un projet, pas une intention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6309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contexte (qui l'utilise, pour quoi)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données disponibles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résultat attendu (concret)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contraintes (style, plateforme)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23760" y="1417320"/>
            <a:ext cx="4389120" cy="4389120"/>
          </a:xfrm>
          <a:prstGeom prst="roundRect">
            <a:avLst>
              <a:gd name="adj" fmla="val 4583"/>
            </a:avLst>
          </a:prstGeom>
          <a:solidFill>
            <a:srgbClr val="1A1323"/>
          </a:solidFill>
          <a:ln/>
        </p:spPr>
      </p:sp>
      <p:sp>
        <p:nvSpPr>
          <p:cNvPr id="11" name="Text 9"/>
          <p:cNvSpPr/>
          <p:nvPr/>
        </p:nvSpPr>
        <p:spPr>
          <a:xfrm>
            <a:off x="754380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43800" y="224028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description complète = un projet juste dès la 1ère tentative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E0684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Avant, j'envoyais un fichier Excel et j'espérais que mon client l'ouvre. Maintenant, je lui envoie un lien. »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4663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Fatou Diallo, consultante indépendante, Dakar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640080" cy="640080"/>
          </a:xfrm>
          <a:prstGeom prst="ellipse">
            <a:avLst/>
          </a:prstGeom>
          <a:solidFill>
            <a:srgbClr val="E068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▤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2/5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dashboard Streamlit de Fatou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D8C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mêmes données nettoyées au Module 3, mais visualisées, pas juste tabulées.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7530A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02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45720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blocs, 1 dashboard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6309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Indicateurs clés (CA, quantité, panier moyen)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Alerte région Nord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Ventes mensuelles par région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Répartition par canal de vente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23760" y="1417320"/>
            <a:ext cx="4389120" cy="4389120"/>
          </a:xfrm>
          <a:prstGeom prst="roundRect">
            <a:avLst>
              <a:gd name="adj" fmla="val 4583"/>
            </a:avLst>
          </a:prstGeom>
          <a:solidFill>
            <a:srgbClr val="1A1323"/>
          </a:solidFill>
          <a:ln/>
        </p:spPr>
      </p:sp>
      <p:sp>
        <p:nvSpPr>
          <p:cNvPr id="11" name="Text 9"/>
          <p:cNvSpPr/>
          <p:nvPr/>
        </p:nvSpPr>
        <p:spPr>
          <a:xfrm>
            <a:off x="754380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43800" y="224028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L'alerte Nord confirme quantitativement ce que la réunion client du Module 1 avait déjà signalé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640080" cy="640080"/>
          </a:xfrm>
          <a:prstGeom prst="ellipse">
            <a:avLst/>
          </a:prstGeom>
          <a:solidFill>
            <a:srgbClr val="E068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◇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3/5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page vitrine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D8C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dashboard restitue des données. Une page vitrine vend une offre.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7530A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02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◇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45720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structure qui convertit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6309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En-tête + accroche</a:t>
            </a:r>
            <a:endParaRPr lang="en-US" sz="15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problème (vu du client)</a:t>
            </a:r>
            <a:endParaRPr lang="en-US" sz="15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L'offre en blocs concrets</a:t>
            </a:r>
            <a:endParaRPr lang="en-US" sz="15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preuve</a:t>
            </a:r>
            <a:endParaRPr lang="en-US" sz="15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tarif et un appel à l'action final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223760" y="1417320"/>
            <a:ext cx="4389120" cy="4389120"/>
          </a:xfrm>
          <a:prstGeom prst="roundRect">
            <a:avLst>
              <a:gd name="adj" fmla="val 4583"/>
            </a:avLst>
          </a:prstGeom>
          <a:solidFill>
            <a:srgbClr val="1A1323"/>
          </a:solidFill>
          <a:ln/>
        </p:spPr>
      </p:sp>
      <p:sp>
        <p:nvSpPr>
          <p:cNvPr id="11" name="Text 9"/>
          <p:cNvSpPr/>
          <p:nvPr/>
        </p:nvSpPr>
        <p:spPr>
          <a:xfrm>
            <a:off x="754380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43800" y="224028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Zéro jargon technique dans le texte visible — le client ne doit jamais lire « API » ou « MCP »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640080" cy="640080"/>
          </a:xfrm>
          <a:prstGeom prst="ellipse">
            <a:avLst/>
          </a:prstGeom>
          <a:solidFill>
            <a:srgbClr val="E068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4/5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 assisté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D8C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erreur n'est pas un échec. C'est une étape normale, avec une méthode.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7530A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02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45720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étapes avant de corriger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6309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Lire l'erreur en entier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Demander un diagnostic, pas une correction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Vérifier l'hypothèse (ex. les vrais noms de colonnes)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Corriger de façon ciblée, puis vérifier le fond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23760" y="1417320"/>
            <a:ext cx="4389120" cy="4389120"/>
          </a:xfrm>
          <a:prstGeom prst="roundRect">
            <a:avLst>
              <a:gd name="adj" fmla="val 4583"/>
            </a:avLst>
          </a:prstGeom>
          <a:solidFill>
            <a:srgbClr val="1A1323"/>
          </a:solidFill>
          <a:ln/>
        </p:spPr>
      </p:sp>
      <p:sp>
        <p:nvSpPr>
          <p:cNvPr id="11" name="Text 9"/>
          <p:cNvSpPr/>
          <p:nvPr/>
        </p:nvSpPr>
        <p:spPr>
          <a:xfrm>
            <a:off x="754380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43800" y="224028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Ça ne marche toujours pas » sans nouvelle information = boucle sans fin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7530A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02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 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45720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bug de l'exercice, en direct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6309360" cy="2286000"/>
          </a:xfrm>
          <a:prstGeom prst="roundRect">
            <a:avLst>
              <a:gd name="adj" fmla="val 8000"/>
            </a:avLst>
          </a:prstGeom>
          <a:solidFill>
            <a:srgbClr val="1A1323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9202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8C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APP.PY — STREAMLIT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42316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df_filtre["montant_total"].sum()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29260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324612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KeyError: 'montant_total'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223760" y="1417320"/>
            <a:ext cx="4389120" cy="4389120"/>
          </a:xfrm>
          <a:prstGeom prst="roundRect">
            <a:avLst>
              <a:gd name="adj" fmla="val 4583"/>
            </a:avLst>
          </a:prstGeom>
          <a:solidFill>
            <a:srgbClr val="1A1323"/>
          </a:solidFill>
          <a:ln/>
        </p:spPr>
      </p:sp>
      <p:sp>
        <p:nvSpPr>
          <p:cNvPr id="15" name="Text 13"/>
          <p:cNvSpPr/>
          <p:nvPr/>
        </p:nvSpPr>
        <p:spPr>
          <a:xfrm>
            <a:off x="754380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543800" y="224028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colonne s'appelle montant_total_fcfa depuis le nettoyage du Module 3 — le code n'a pas été mis à jour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640080" cy="640080"/>
          </a:xfrm>
          <a:prstGeom prst="ellipse">
            <a:avLst/>
          </a:prstGeom>
          <a:solidFill>
            <a:srgbClr val="E068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5/5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Déployer pour de vrai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D8C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projet qui tourne sur votre machine n'est pas encore un livrable.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7530A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02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45720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lien, pas un fichier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6309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→ Streamlit Community Cloud (via GitHub)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→ Netlify (glisser-déposer), Vercel, ou GitHub Pages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Toujours tester le lien en navigation privée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23760" y="1417320"/>
            <a:ext cx="4389120" cy="4389120"/>
          </a:xfrm>
          <a:prstGeom prst="roundRect">
            <a:avLst>
              <a:gd name="adj" fmla="val 4583"/>
            </a:avLst>
          </a:prstGeom>
          <a:solidFill>
            <a:srgbClr val="1A1323"/>
          </a:solidFill>
          <a:ln/>
        </p:spPr>
      </p:sp>
      <p:sp>
        <p:nvSpPr>
          <p:cNvPr id="11" name="Text 9"/>
          <p:cNvSpPr/>
          <p:nvPr/>
        </p:nvSpPr>
        <p:spPr>
          <a:xfrm>
            <a:off x="754380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43800" y="224028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Gratuit, réversible, sans risque pour votre machine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Livrable de ce module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5760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application ou un site déployé, accessible par un lien — pas un fichier Excel envoyé par email.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223760" y="822960"/>
            <a:ext cx="4389120" cy="4251960"/>
          </a:xfrm>
          <a:prstGeom prst="roundRect">
            <a:avLst>
              <a:gd name="adj" fmla="val 8602"/>
            </a:avLst>
          </a:prstGeom>
          <a:solidFill>
            <a:srgbClr val="E06840"/>
          </a:solidFill>
          <a:ln/>
        </p:spPr>
      </p:sp>
      <p:sp>
        <p:nvSpPr>
          <p:cNvPr id="9" name="Text 7"/>
          <p:cNvSpPr/>
          <p:nvPr/>
        </p:nvSpPr>
        <p:spPr>
          <a:xfrm>
            <a:off x="7543800" y="1188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trike="sngStrik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FICHIER EXCEL ENVOYÉ PAR EMAIL, JAMAIS ROUVERT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52360" y="1783080"/>
            <a:ext cx="39319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application ou un site déployé,</a:t>
            </a:r>
            <a:endParaRPr lang="en-US" sz="2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accessible par un lien</a:t>
            </a:r>
            <a:endParaRPr lang="en-US" sz="2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 — à mercredi pour le Module 5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ça : déployez votre projet et postez le lien dans #par-module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2743200"/>
            <a:ext cx="10332720" cy="1737360"/>
          </a:xfrm>
          <a:prstGeom prst="roundRect">
            <a:avLst>
              <a:gd name="adj" fmla="val 18421"/>
            </a:avLst>
          </a:prstGeom>
          <a:solidFill>
            <a:srgbClr val="7530AA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333756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3337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53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514600" y="3063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Rejoignez la communauté privée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14600" y="3611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FE3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Posez vos questions, partagez votre livrable, retrouvez les replays et les ressources.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2026-08-11T05:36:44Z</dcterms:created>
  <dcterms:modified xsi:type="dcterms:W3CDTF">2026-08-11T05:36:44Z</dcterms:modified>
</cp:coreProperties>
</file>