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1920240" cy="502920"/>
          </a:xfrm>
          <a:prstGeom prst="roundRect">
            <a:avLst>
              <a:gd name="adj" fmla="val 20000"/>
            </a:avLst>
          </a:prstGeom>
          <a:solidFill>
            <a:srgbClr val="E0684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50000"/>
            <a:ext cx="10332720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son travail avec l'IA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3400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automatisation qui tourne sans vous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806440"/>
            <a:ext cx="4400000" cy="548640"/>
          </a:xfrm>
          <a:prstGeom prst="roundRect">
            <a:avLst>
              <a:gd name="adj" fmla="val 25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5806440"/>
            <a:ext cx="44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5  •  26 AOÛT 2026  •  18H00 GMT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1/4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Quelles tâches automatiser 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20440"/>
            <a:ext cx="100584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ouvre son dashboard DELTA chaque semaine pour vérifier la région Nord. Et si elle n'avait plus besoin d'y penser 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00000"/>
            <a:ext cx="777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grille fréquence × pénibilité × risque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500000"/>
            <a:ext cx="630936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 — combien de fois par semaine/mois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Pénibilité — temps perdu, ennui, valeur ajoutée nulle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 d'erreur — conséquence si une erreur passe inaperçue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5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 haute + pénibilité haute + risque faible = candidate n°1 à l'automatisation complète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00000"/>
            <a:ext cx="777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Prompt, workflow, agent — trois niveaux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500000"/>
            <a:ext cx="630936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ponctuel — une question, une réponse, vous décidez de la suite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— plusieurs étapes enchaînées, vous restez dans la boucle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autonome — déclenche lui-même une action dans un outil, sans que vous cliquiez à chaque étape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5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scénario Make de ce module est un agent autonome à déclencheur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Avant ce module, Fatou vérifiait le stock de la région Nord à la main chaque lundi — quand elle y pensait. 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46634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Fatou Diallo, consultante indépendante, Dakar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2/4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 scénario Make de A à Z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20440"/>
            <a:ext cx="100584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déclencheur, un traitement Claude, une action — c'est tout ce qu'il faut pour commencer.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00000"/>
            <a:ext cx="777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Anatomie d'un scénario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500000"/>
            <a:ext cx="630936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Déclencheur — Google Sheets (nouvelle ligne)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— Claude rédige la synthèse et la recommandation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— Notion (toujours) + WhatsApp (si alerte région Nord)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5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flèche entre deux modules est un mapping de champ à comprendre, pas à deviner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3/4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et WhatsApp Business en profondeur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20440"/>
            <a:ext cx="100584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intégrations bien maîtrisées valent mieux que quatre survolées.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00000"/>
            <a:ext cx="777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routeur à condition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550000"/>
            <a:ext cx="630936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du filtre Make 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50000"/>
            <a:ext cx="6309360" cy="1400000"/>
          </a:xfrm>
          <a:prstGeom prst="roundRect">
            <a:avLst>
              <a:gd name="adj" fmla="val 5225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48640" y="2150000"/>
            <a:ext cx="590936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06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= Nord ET stock_disponible_unites &lt; seuil_alerte_unites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5000"/>
            </a:avLst>
          </a:prstGeom>
          <a:solidFill>
            <a:srgbClr val="1A1323"/>
          </a:solidFill>
          <a:ln/>
        </p:spPr>
      </p:sp>
      <p:sp>
        <p:nvSpPr>
          <p:cNvPr id="13" name="Text 11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cette ligne qui transforme un simple rapport en système d'alerte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00000"/>
            <a:ext cx="777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 avant d'activer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500000"/>
            <a:ext cx="630936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Exécuter une fois manuellement dans Make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 résultat dans Notion et WhatsApp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le mapping si besoin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seulement ensuite (statut «ON»)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5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scénario activé sans test peut envoyer une alerte en boucle — le bouton ON n'est pas le premier réflexe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68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 4/4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Garde-fous : quand ne pas tout automatiser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720440"/>
            <a:ext cx="100584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une notification, oui. Automatiser une décision, non.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548640" cy="548640"/>
          </a:xfrm>
          <a:prstGeom prst="ellipse">
            <a:avLst/>
          </a:prstGeom>
          <a:solidFill>
            <a:srgbClr val="7530A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400000"/>
            <a:ext cx="77724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lignes rouges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1500000"/>
            <a:ext cx="630936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 sensible (budget, licenciement, tarif client) → un humain décide, l'IA prépare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 personnelle → jamais transmise sans nécessité et sans vérification du destinataire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client finale → jamais d'envoi automatique direct sans relecture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23760" y="1417320"/>
            <a:ext cx="4389120" cy="4389120"/>
          </a:xfrm>
          <a:prstGeom prst="roundRect">
            <a:avLst>
              <a:gd name="adj" fmla="val 5000"/>
            </a:avLst>
          </a:prstGeom>
          <a:solidFill>
            <a:srgbClr val="1A1323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43800" y="2240280"/>
            <a:ext cx="3794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6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scénario DELTA notifie Fatou — il n'envoie jamais rien directement au client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 de ce module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une phrase : ce que le participant a concrètement en main à la fin de la session, réutilisable dès demain dans son travail.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223760" y="822960"/>
            <a:ext cx="4389120" cy="3291840"/>
          </a:xfrm>
          <a:prstGeom prst="roundRect">
            <a:avLst>
              <a:gd name="adj" fmla="val 5556"/>
            </a:avLst>
          </a:prstGeom>
          <a:solidFill>
            <a:srgbClr val="E06840"/>
          </a:solidFill>
          <a:ln/>
        </p:spPr>
      </p:sp>
      <p:sp>
        <p:nvSpPr>
          <p:cNvPr id="9" name="Text 7"/>
          <p:cNvSpPr/>
          <p:nvPr/>
        </p:nvSpPr>
        <p:spPr>
          <a:xfrm>
            <a:off x="7423760" y="1150000"/>
            <a:ext cx="39891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trike="sngStrike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AUTOMATISATION : RUPTURE DE STOCK DÉCOUVERTE TROP TARD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23760" y="1900000"/>
            <a:ext cx="3989120" cy="2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automatisation réelle, active, testée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521440" y="274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FE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950000"/>
            <a:ext cx="111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à vendredi pour le Module 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0000"/>
            <a:ext cx="1060000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3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 ça : activez votre scénario et postez la capture de votre exécution réussie dans #par-module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900000"/>
            <a:ext cx="10332720" cy="1737360"/>
          </a:xfrm>
          <a:prstGeom prst="roundRect">
            <a:avLst>
              <a:gd name="adj" fmla="val 11579"/>
            </a:avLst>
          </a:prstGeom>
          <a:solidFill>
            <a:srgbClr val="7530AA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4942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94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53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220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Rejoignez la communauté privée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3768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FE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Posez vos questions, partagez votre livrable, retrouvez les replays et les ressources.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Automatiser son travail avec l'IA</dc:title>
  <dc:subject>PptxGenJS Presentation</dc:subject>
  <dc:creator>Claude AI Mastery 2.0</dc:creator>
  <cp:lastModifiedBy>Claude AI Mastery 2.0</cp:lastModifiedBy>
  <cp:revision>1</cp:revision>
  <dcterms:created xsi:type="dcterms:W3CDTF">2026-08-11T05:34:51Z</dcterms:created>
  <dcterms:modified xsi:type="dcterms:W3CDTF">2026-08-11T05:34:51Z</dcterms:modified>
</cp:coreProperties>
</file>