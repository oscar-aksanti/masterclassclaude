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ses compétences IA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opportunités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dernier module : de la compétence au revenu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694944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 •  28 AOÛT 2026  •  18H00 GMT  •  DERNIÈRE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 livrables à 1 portfolio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a déjà tout ce qu'il faut. Il ne reste qu'à l'assembler.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6 sections de votre Portfolio IA Professionnel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Avant/Après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Claude (M1)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Bibliothèque de prompts (M2)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d'analyse de données (M3)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ou site déployé (M4)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réelle (M5)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47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42316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Section 6 (M6) ferme le portfolio — c'est la seule pièce qu'il reste à écrire aujourd'hui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portfolio de Fatou, module par module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environnement Claude + Skill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— 15 prompts C.L.A.R.T.É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— dataset DELTA nettoyé + 3 insights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— dashboard + site vitrine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— automatisation du rapport mensuel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47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42316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à improviser : chaque pièce existe déjà, il s'agit de mise en forme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Il y a trois semaines, je n'avais rien à montrer d'autre que des factures en retard. Aujourd'hui j'ai un dashboard, une automatisation active, et une offre avec un prix écrit dessus. 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Dakar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Vendre ce que vous savez faire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“J'automatise votre reporting” plutôt que “je fais de l'IA”.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Freelancing : où et comment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africain/diaspora → Malt, Comet, réseau direct/WhatsApp Business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→ Upwork, Fiverr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 de l'offre compte plus que le nom de l'outil — jamais “je fais de l'IA”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digitaux : 4 formats accessibles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Notion vendable (8 000–15 000 FCFA / 13–25 $)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de prompts métier (10 000–20 000 FCFA / 17–34 $)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Mini-formation courte (30 000–50 000 FCFA / 50–85 $)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en marque blanche (150 000–300 000 FCFA / 250–500 $)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47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42316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digital se vend pendant que vous dormez — un freelance se vend une heure à la fois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positionner sans attendre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pitch d'une page. Quatre posts prêts à publier.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pitch en 1 page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(chiffré, concret)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Claude (1-2 phrases, sans jargon)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chiffré (temps ou argent)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(une action précise, pas “on en discute”)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pitch sans chiffre n'est pas un pitch, c'est une opinion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posts LinkedIn, 4 objectifs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d'expérience (crédibilité)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cas anonymisée (preuve)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Avant/Après (mémorable, visuel)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éducatif (autorité, portée)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post publié cette semaine vaut mieux que quatre en brouillon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 SUR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sa voie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Salariat augmenté, freelance ou produit digital : la grille tranche pour vous.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grille de décision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disponible/semaine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Tolérance au risque financier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de revenu immédiat vs différé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Appétence commerciale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n'y a pas de mauvaise case — seulement la case qui correspond à votre situation réelle aujourd'hui, pas à celle dans un an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à 90 jours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positionnement choisi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actions datées sous 2 semaines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Jalons à 30 / 60 / 90 jours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action sans date est une intention, pas une action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direction claire pour transformer vos compétences en revenu ou en reconnaissance — et un portfolio complet pour le prouver.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291840"/>
          </a:xfrm>
          <a:prstGeom prst="roundRect">
            <a:avLst>
              <a:gd name="adj" fmla="val 8889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STRATÉGIE : DES COMPÉTENCES RÉELLES, AUCUN REVENU NI RECONNAISSANCE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06640" y="16916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à 90 jours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Portfolio finalisé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la cohorte live se termine ici,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parcours continue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Finalisez votre portfolio sous 7 jours, sollicitez votre certification, restez actif 30 jours dans la communauté.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10332720" cy="1737360"/>
          </a:xfrm>
          <a:prstGeom prst="roundRect">
            <a:avLst>
              <a:gd name="adj" fmla="val 18421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4975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97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#showcase-livrables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Montrez ce que vous avez construit.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2026-08-11T05:35:36Z</dcterms:created>
  <dcterms:modified xsi:type="dcterms:W3CDTF">2026-08-11T05:35:36Z</dcterms:modified>
</cp:coreProperties>
</file>