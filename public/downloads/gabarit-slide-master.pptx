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 — Slide de titre / ouverture de module.
Remplacer « Titre du module » et le sous-titre. Le numéro de module et la date de session sont à adapter.
Astuce PowerPoint : pour restituer le dégradé violet (#7530AA) -&gt; indigo (#691FD2) de la charte sur le titre, sélectionner le texte -&gt; Format de la forme -&gt; Remplissage de texte -&gt; Remplissage en degradé, avec ces deux couleurs à 0° (gauche-&gt;droite). pptxgenjs ne supporte pas les degradés de texte nativement, cette slide utilise donc le violet plein en attendant cette retouche manuelle.
Police : ce gabarit utilise Arial Bold (garanti disponible sur toutes les machines). Si Poppins ExtraBold ou Baloo 2 (police de la charte) est installée sur votre poste, vous pouvez la substituer sur les titres pour un rendu plus proche de l'affiche officielle — vérifiez alors l'absence de chevauchement de lettres avant diffusion.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 — Slide de section/transition, à insérer entre deux grandes parties d'une session live.
Fond encre plein (#1A1323). Le badge circulaire corail est le motif répété sur tout le gabarit (icônes reprises de l'affiche officielle).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 — Slide de contenu standard : liste à puces à gauche (encre sur crème, puces corail), encadré sombre « À retenir » à droite (reprend le style des encadrés sombres de l'affiche officielle).
Ne jamais mettre plus de 4-5 puces : si plus de contenu, scinder sur une seconde slide de ce même gabarit.
Technique : la puce corail est un run de texte coloré séparé (pas un `buChar`/`buClr` PowerPoint), car pptxgenjs ne pilote pas la couleur des puces natives. Conséquence : gardez chaque puce sur UNE ligne si possible — un retour à la ligne automatique ne sera pas indenté sous le texte (pas d'alinéa négatif). Si un point a besoin de 2 lignes, raccourcissez-le plutôt que de laisser le retour à la ligne brut.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 — Slide citation / étude de cas. Fond encre plein, grande citation blanche en italique, attribution corail.
Réservée à l'ouverture d'une étude de cas ou à un témoignage/retour d'expérience.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 — Slide « Livrable du module », reprend le style du badge prix de l'affiche officielle (valeur barrée au-dessus, résultat final en très grand).
Remplacer « Livrable concret » par le nom exact du livrable du module (ex. « Bibliothèque de 15 prompts », « Dashboard déployé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 — Slide de clôture de session, reprend le bandeau CTA violet de l'affiche officielle (icône ronde blanche + texte blanc), en version « carte » avec marges (et non une bande décorative bord à bord).
Adapter le texte du CTA selon le module : lien portail, canal Discord/Skool, ou consigne du défi en autonomie.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E0684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du module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Sous-titre / accroche du module en une phrase claire et concrète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806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X  •  JJ MOIS 2026  •  18H00 GMT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X sur 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de la section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phrase de contexte : ce que le participant va comprendre ou faire dans cette partie.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 de la leçon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point clé de la leçon, formulé de façon concrète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Deuxième point clé, avec un exemple métier immédiat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Troisième point clé, relié à la démonstration qui suit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Quatrième point clé, relié à un changement concret dans le travail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point le plus important à ne pas oublier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nuance ou un piège fréquent à éviter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Insérer ici la citation ou le résumé de situation du cas pratique — une à deux phrases, percutantes, qui plantent le décor du persona récurrent. 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663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Nom du persona, métier / contexte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de ce module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une phrase : ce que le participant a concrètement en main à la fin de la session, réutilisable dès demain dans son travail.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223760" y="822960"/>
            <a:ext cx="4389120" cy="3291840"/>
          </a:xfrm>
          <a:prstGeom prst="roundRect">
            <a:avLst>
              <a:gd name="adj" fmla="val 8889"/>
            </a:avLst>
          </a:prstGeom>
          <a:solidFill>
            <a:srgbClr val="E06840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1234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MÉTHODE : DES HEURES PERDUES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169164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— à très vite pour la suite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la prochaine session : votre défi en autonomie vous attend.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0332720" cy="1737360"/>
          </a:xfrm>
          <a:prstGeom prst="roundRect">
            <a:avLst>
              <a:gd name="adj" fmla="val 18421"/>
            </a:avLst>
          </a:prstGeom>
          <a:solidFill>
            <a:srgbClr val="7530AA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337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3063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Rejoignez la communauté privée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3611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FE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Posez vos questions, partagez votre livrable, retrouvez les replays et les ressources.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formations4data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Claude AI Mastery 2.0</dc:creator>
  <cp:lastModifiedBy>Claude AI Mastery 2.0</cp:lastModifiedBy>
  <cp:revision>1</cp:revision>
  <dcterms:created xsi:type="dcterms:W3CDTF">2026-08-08T10:11:20Z</dcterms:created>
  <dcterms:modified xsi:type="dcterms:W3CDTF">2026-08-08T10:11:20Z</dcterms:modified>
</cp:coreProperties>
</file>