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52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7625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15214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00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"/>
            <a:ext cx="1920240" cy="502920"/>
          </a:xfrm>
          <a:prstGeom prst="roundRect">
            <a:avLst>
              <a:gd name="adj" fmla="val 50909"/>
            </a:avLst>
          </a:prstGeom>
          <a:solidFill>
            <a:srgbClr val="E068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5029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753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Maîtriser l'écosystème Claude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fondations du Top 1 %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806440"/>
            <a:ext cx="4206240" cy="548640"/>
          </a:xfrm>
          <a:prstGeom prst="roundRect">
            <a:avLst>
              <a:gd name="adj" fmla="val 50000"/>
            </a:avLst>
          </a:prstGeom>
          <a:solidFill>
            <a:srgbClr val="1A132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48640" y="5806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  •  17 AOÛT 2026  •  18H00 GMT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E068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1/4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 Claude pour quelle tâche 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D8C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Fatou utilise un seul outil pour tout. Elle va découvrir qu'elle en a quatre.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15214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00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7530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502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457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outils, 5 usages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6309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6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— pour une tâche ponctuelle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6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pour les fichiers et les livrables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6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Cowork — pour un projet suivi dans le temps</a:t>
            </a:r>
            <a:endParaRPr lang="en-US" sz="1600" dirty="0">
              <a:solidFill>
                <a:srgbClr val="E0684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en-US" sz="16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6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Design — pour des designs (presentations, wireframe, …)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6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in Chrome — pour le web</a:t>
            </a:r>
          </a:p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23760" y="1417320"/>
            <a:ext cx="4389120" cy="4389120"/>
          </a:xfrm>
          <a:prstGeom prst="roundRect">
            <a:avLst>
              <a:gd name="adj" fmla="val 4583"/>
            </a:avLst>
          </a:prstGeom>
          <a:solidFill>
            <a:srgbClr val="1A132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54380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RETENIR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43800" y="22402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mauvais outil = 3x plus de temps pour le même résultat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15214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00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7530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502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457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L'arbre de décision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6309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ponctuelle, sans fichier → Claude.ai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Fichier(s) à traiter, livrable à construire → Claude Code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sur plusieurs jours ou semaines → Claude Cowork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Recherche ou action sur le web → Claude in Chrome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Rendu visuel pro (maquette, page, support) → Claude Design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répétitive à l'identique → une Skill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417320"/>
            <a:ext cx="4389120" cy="4389120"/>
          </a:xfrm>
          <a:prstGeom prst="roundRect">
            <a:avLst>
              <a:gd name="adj" fmla="val 4583"/>
            </a:avLst>
          </a:prstGeom>
          <a:solidFill>
            <a:srgbClr val="1A132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54380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RETENIR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43800" y="22402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Gardez cette slide sous la main les premières semaines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E068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Avant cette formation, Fatou utilisait Claude.ai pour tout — y compris pour analyser des tableaux de ventes en copiant-collant des colonnes à la main. »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4663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Fatou Diallo, consultante indépendante, Dakar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E068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2/4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: votre atelier personnel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D8C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installe, on teste, en 2 commandes.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15214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00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7530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502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457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Installer Claude Code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6309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→ curl -fsSL claude.ai/install.sh | sh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→ irm claude.ai/install.ps1 | iex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Vérifier avec claude --version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417320"/>
            <a:ext cx="4389120" cy="4389120"/>
          </a:xfrm>
          <a:prstGeom prst="roundRect">
            <a:avLst>
              <a:gd name="adj" fmla="val 4583"/>
            </a:avLst>
          </a:prstGeom>
          <a:solidFill>
            <a:srgbClr val="1A132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54380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RETENIR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43800" y="22402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 n'installe rien d'autre sur votre machine — zéro risque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E068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3/4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MCP : étendre Claude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D8C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méthode écrite une fois, réutilisée à l'infini.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15214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00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7530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502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457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Anatomie d'une Skill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6309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3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3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resume-reunion-client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3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Transformer des notes brutes de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3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réunion client en compte-rendu structuré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3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(décisions, actions, échéances)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3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3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 on te donne des notes de réunion (même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3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désordonnées), produis un compte-rendu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3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avec exactement ces 4 sections :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223760" y="1417320"/>
            <a:ext cx="4389120" cy="4389120"/>
          </a:xfrm>
          <a:prstGeom prst="roundRect">
            <a:avLst>
              <a:gd name="adj" fmla="val 4583"/>
            </a:avLst>
          </a:prstGeom>
          <a:solidFill>
            <a:srgbClr val="1A132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54380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RETENIR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43800" y="22402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Rentable dès la 2ᵉ ou 3ᵉ utilisation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15214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00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7530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502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457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: une prise électrique universelle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6309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6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Paramètres → Connecteurs → choisir l'outil → autoriser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6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 : Google Drive, Notion, Gmail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23760" y="1417320"/>
            <a:ext cx="4389120" cy="4389120"/>
          </a:xfrm>
          <a:prstGeom prst="roundRect">
            <a:avLst>
              <a:gd name="adj" fmla="val 4583"/>
            </a:avLst>
          </a:prstGeom>
          <a:solidFill>
            <a:srgbClr val="1A132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54380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RETENIR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43800" y="22402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autorisez outil par outil, et vous pouvez retirer l'accès à tout moment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E068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4/4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&amp; contexte comme un pro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D8C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une conversation « fatigue », et quoi faire.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15214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00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"/>
            <a:ext cx="548640" cy="548640"/>
          </a:xfrm>
          <a:prstGeom prst="ellipse">
            <a:avLst/>
          </a:prstGeom>
          <a:solidFill>
            <a:srgbClr val="7530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502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457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fenêtre de contexte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6309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token ≈ un fragment de mot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une conversation est longue et mélange les sujets, plus le risque de confusion augmente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solution : nouveau chat + fichier de mémoire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417320"/>
            <a:ext cx="4389120" cy="4389120"/>
          </a:xfrm>
          <a:prstGeom prst="roundRect">
            <a:avLst>
              <a:gd name="adj" fmla="val 4583"/>
            </a:avLst>
          </a:prstGeom>
          <a:solidFill>
            <a:srgbClr val="1A132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54380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RETENIR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43800" y="22402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68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d'alerte : Claude répète une erreur déjà corrigée → il est temps de résumer et repartir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15214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00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Livrable de ce module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installé, une Skill créée, un connecteur MCP branché, votre mémoire personnelle prête.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223760" y="822960"/>
            <a:ext cx="4389120" cy="3474720"/>
          </a:xfrm>
          <a:prstGeom prst="roundRect">
            <a:avLst>
              <a:gd name="adj" fmla="val 8889"/>
            </a:avLst>
          </a:prstGeom>
          <a:solidFill>
            <a:srgbClr val="E068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406640" y="1143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trike="sngStrike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MÉTHODE : DES HEURES PERDUES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strike="sngStrike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CHERCHER LE BON OUTIL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06640" y="182880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Environnement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configuré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1521440" y="274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00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521440" y="6446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— à mercredi pour le Module 2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A13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ça : terminez votre checklist environnement et postez votre capture dans #par-module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10332720" cy="1737360"/>
          </a:xfrm>
          <a:prstGeom prst="roundRect">
            <a:avLst>
              <a:gd name="adj" fmla="val 18421"/>
            </a:avLst>
          </a:prstGeom>
          <a:solidFill>
            <a:srgbClr val="7530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1371600" y="3337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371600" y="3337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53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514600" y="3063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Rejoignez la communauté privée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14600" y="36118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FE3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Posez vos questions, partagez votre livrable, retrouvez les replays et les ressources.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624</Words>
  <Application>Microsoft Macintosh PowerPoint</Application>
  <PresentationFormat>Grand écran</PresentationFormat>
  <Paragraphs>136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oscar aksanti</cp:lastModifiedBy>
  <cp:revision>2</cp:revision>
  <dcterms:created xsi:type="dcterms:W3CDTF">2026-08-11T05:34:33Z</dcterms:created>
  <dcterms:modified xsi:type="dcterms:W3CDTF">2026-08-14T08:57:47Z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2026-08-14T08:27:29Z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5ceb0cb7-0969-4605-a05e-0ceeaa2aca04</vt:lpwstr>
  </property>
  <property fmtid="{D5CDD505-2E9C-101B-9397-08002B2CF9AE}" pid="7" name="MSIP_Label_defa4170-0d19-0005-0004-bc88714345d2_ActionId">
    <vt:lpwstr>06c4a1f7-1ff5-4131-8e28-ba7ada6c9fc8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