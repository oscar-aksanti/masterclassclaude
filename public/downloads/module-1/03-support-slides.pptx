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E0684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753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Maîtriser l'écosystème Claude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fondations du Top 1 %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5806440"/>
            <a:ext cx="4206240" cy="548640"/>
          </a:xfrm>
          <a:prstGeom prst="roundRect">
            <a:avLst>
              <a:gd name="adj" fmla="val 50000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5806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  •  17 AOÛT 2026  •  18H00 GMT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1/4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Claude pour quelle tâche 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Fatou utilise un seul outil pour tout. Elle va découvrir qu'elle en a quatre.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outils, 4 usages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 — pour une tâche ponctuelle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— pour les fichiers et les livrables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Cowork — pour un projet suivi dans le temps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in Chrome — pour le web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mauvais outil = 3x plus de temps pour le même résultat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L'arbre de décision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Tâche ponctuelle, sans fichier → Claude.ai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Fichier(s) à traiter, livrable à construire → Claude Code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sur plusieurs jours ou semaines → Claude Cowork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ou action sur le web → Claude in Chrome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Tâche répétitive à l'identique → une Skill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Gardez cette slide sous la main les premières semaines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Avant cette formation, Fatou utilisait Claude.ai pour tout — y compris pour analyser des tableaux de ventes en copiant-collant des colonnes à la main. »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4663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Fatou Diallo, consultante indépendante, Dakar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2/4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: votre atelier personnel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installe, on teste, en 2 commandes.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 Claude Code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→ curl -fsSL claude.ai/install.sh | sh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→ irm claude.ai/install.ps1 | iex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avec claude --version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 n'installe rien d'autre sur votre machine — zéro risque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3/4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&amp; MCP : étendre Claude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méthode écrite une fois, réutilisée à l'infini.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Anatomie d'une Skill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resume-reunion-client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Transformer des notes brutes de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réunion client en compte-rendu structuré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(décisions, actions, échéances)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Quand on te donne des notes de réunion (même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désordonnées), produis un compte-rendu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avec exactement ces 4 sections 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Rentable dès la 2ᵉ ou 3ᵉ utilisation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: une prise électrique universelle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Paramètres → Connecteurs → choisir l'outil → autoriser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: Google Drive, Notion, Gmail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autorisez outil par outil, et vous pouvez retirer l'accès à tout moment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4/4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&amp; contexte comme un pro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une conversation « fatigue », et quoi faire.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fenêtre de contexte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token ≈ un fragment de mot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une conversation est longue et mélange les sujets, plus le risque de confusion augmente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 : nouveau chat + fichier de mémoire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d'alerte : Claude répète une erreur déjà corrigée → il est temps de résumer et repartir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 de ce module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installé, une Skill créée, un connecteur MCP branché, votre mémoire personnelle prête.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223760" y="822960"/>
            <a:ext cx="4389120" cy="3474720"/>
          </a:xfrm>
          <a:prstGeom prst="roundRect">
            <a:avLst>
              <a:gd name="adj" fmla="val 8889"/>
            </a:avLst>
          </a:prstGeom>
          <a:solidFill>
            <a:srgbClr val="E0684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1143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trike="sngStrik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MÉTHODE : DES HEURES PERDUES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strike="sngStrik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CHERCHER LE BON OUTIL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06640" y="182880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configuré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— à mercredi pour le Module 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ça : terminez votre checklist environnement et postez votre capture dans #par-module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0332720" cy="1737360"/>
          </a:xfrm>
          <a:prstGeom prst="roundRect">
            <a:avLst>
              <a:gd name="adj" fmla="val 18421"/>
            </a:avLst>
          </a:prstGeom>
          <a:solidFill>
            <a:srgbClr val="7530AA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3375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337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53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3063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Rejoignez la communauté privée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3611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FE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Posez vos questions, partagez votre livrable, retrouvez les replays et les ressources.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2026-08-11T05:34:33Z</dcterms:created>
  <dcterms:modified xsi:type="dcterms:W3CDTF">2026-08-11T05:34:33Z</dcterms:modified>
</cp:coreProperties>
</file>